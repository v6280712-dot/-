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/>
              <a:t>О себе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76550" y="4697050"/>
            <a:ext cx="9799200" cy="1472400"/>
          </a:xfrm>
        </p:spPr>
        <p:txBody>
          <a:bodyPr/>
          <a:p>
            <a:pPr algn="l"/>
            <a:r>
              <a:rPr lang="ru-RU" sz="1800"/>
              <a:t>Подготовил:Сорокин Владислав</a:t>
            </a:r>
            <a:endParaRPr lang="ru-RU" sz="1800"/>
          </a:p>
          <a:p>
            <a:pPr algn="l"/>
            <a:r>
              <a:rPr lang="ru-RU" sz="1800"/>
              <a:t>Группа:1961с</a:t>
            </a:r>
            <a:endParaRPr lang="ru-RU" sz="18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ru-RU" altLang="en-US"/>
              <a:t>Имя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/>
              <a:t>Меня зовут Влад. Мое имя переводится как </a:t>
            </a:r>
            <a:r>
              <a:rPr lang="ru-RU" altLang="en-US" i="1" u="sng"/>
              <a:t>«владеющий славой»</a:t>
            </a:r>
            <a:r>
              <a:rPr lang="ru-RU" altLang="en-US"/>
              <a:t> или </a:t>
            </a:r>
            <a:r>
              <a:rPr lang="ru-RU" altLang="en-US" i="1" u="sng"/>
              <a:t>«тот, кто обладает славой».</a:t>
            </a:r>
            <a:endParaRPr lang="ru-RU" altLang="en-US" i="1" u="sng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ru-RU" altLang="en-US"/>
              <a:t>Место рождения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/>
              <a:t>Я родился 14 мая 2010 года в городе Томск.</a:t>
            </a: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2" grpId="5"/>
      <p:bldP spid="2" grpId="6"/>
      <p:bldP spid="2" grpId="7"/>
      <p:bldP spid="2" grpId="8"/>
      <p:bldP spid="2" grpId="9"/>
      <p:bldP spid="2" grpId="10"/>
      <p:bldP spid="2" grpId="11"/>
      <p:bldP spid="2" grpId="12"/>
      <p:bldP spid="2" grpId="13"/>
      <p:bldP spid="2" grpId="14"/>
      <p:bldP spid="2" grpId="15"/>
      <p:bldP spid="2" grpId="16"/>
      <p:bldP spid="2" grpId="17"/>
      <p:bldP spid="2" grpId="18"/>
      <p:bldP spid="2" grpId="19"/>
      <p:bldP spid="2" grpId="20"/>
      <p:bldP spid="2" grpId="21"/>
      <p:bldP spid="2" grpId="22"/>
      <p:bldP spid="2" grpId="23"/>
      <p:bldP spid="2" grpId="24"/>
      <p:bldP spid="2" grpId="25"/>
      <p:bldP spid="2" grpId="26"/>
      <p:bldP spid="2" grpId="27"/>
      <p:bldP spid="2" grpId="28"/>
      <p:bldP spid="2" grpId="29"/>
      <p:bldP spid="2" grpId="30"/>
      <p:bldP spid="2" grpId="31"/>
      <p:bldP spid="2" grpId="32"/>
      <p:bldP spid="2" grpId="33"/>
      <p:bldP spid="2" grpId="34"/>
      <p:bldP spid="2" grpId="3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ru-RU" altLang="en-US"/>
              <a:t>Учеба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/>
              <a:t>Я учусь в Томском Экономико-Промышленном колледже на специальности </a:t>
            </a:r>
            <a:r>
              <a:rPr lang="en-US" altLang="en-US"/>
              <a:t>"Разработка и управление программным обеспечением"</a:t>
            </a:r>
            <a:r>
              <a:rPr lang="ru-RU" altLang="en-US"/>
              <a:t>. Я хочу стать в будущем успешным специалистом в </a:t>
            </a:r>
            <a:r>
              <a:rPr lang="en-US" altLang="en-US"/>
              <a:t>IT</a:t>
            </a:r>
            <a:r>
              <a:rPr lang="ru-RU" altLang="en-US"/>
              <a:t>.</a:t>
            </a: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ru-RU" altLang="en-US"/>
              <a:t>Увлечения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/>
              <a:t>Я увлекаюсь видеоиграми, также я учусь играть на синтезаторе.</a:t>
            </a: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ru-RU" altLang="en-US"/>
              <a:t>Мои участия в проектах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/>
              <a:t>Я являюсь активистом «Движение первых», участвовал во множестве их проектов будучи школьником, также являюсь волонтером организации «Добро ру», а также учавстовал в различных проектах волонтерской организации «ЭкоПросвет». </a:t>
            </a: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Я хз че написать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</Words>
  <Application>WPS Presentation</Application>
  <PresentationFormat>Широкоэкранный</PresentationFormat>
  <Paragraphs>27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О себе</vt:lpstr>
      <vt:lpstr>Имя</vt:lpstr>
      <vt:lpstr>Место рождения</vt:lpstr>
      <vt:lpstr>Учеба</vt:lpstr>
      <vt:lpstr>Увлечения</vt:lpstr>
      <vt:lpstr>Мои участия в проектах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 себе</dc:title>
  <dc:creator>v6280</dc:creator>
  <cp:lastModifiedBy>WPS_1773032895</cp:lastModifiedBy>
  <cp:revision>2</cp:revision>
  <dcterms:created xsi:type="dcterms:W3CDTF">2026-10-11T14:17:00Z</dcterms:created>
  <dcterms:modified xsi:type="dcterms:W3CDTF">2026-10-11T14:22:48Z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A2FD579E9DF340BCAA58715D6C60E543_13</vt:lpwstr>
  </property>
</Properties>
</file>